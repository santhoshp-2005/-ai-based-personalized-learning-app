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FFFF"/>
                </a:solidFill>
              </a:defRPr>
            </a:pPr>
            <a:r>
              <a:t>AI-Based Personalized Learning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ADD8E6"/>
                </a:solidFill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FFF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Project Name: LearnAI – Personalized Learning App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Goal: To provide adaptive, AI-driven learning paths.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Role: UX/UI Designer &amp; Researcher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Tools: Figma, Miro, Notion, Adobe Illustrator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Duration: 8 weeks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9B4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Traditional learning platforms are one-size-fits-all and fail to address individual needs.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Students struggle to stay engaged and motivated.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Personalized learning improves retention and academic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2CD32"/>
                </a:solidFill>
              </a:defRPr>
            </a:pPr>
            <a:r>
              <a:t>Target Audience / Personas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Primary Users: High school and college students (15–22 years)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Needs: Personalized content, progress tracking, flexible pace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Pain Points: Overwhelming content, lack of feedback, low engagement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700"/>
                </a:solidFill>
              </a:defRPr>
            </a:pPr>
            <a:r>
              <a:t>User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Methods: Surveys, interviews, competitor analysis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Key Insights: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- Students prefer bite-sized lessons with quizzes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- Gamification increases motivation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- Personalized recommendations reduce confusion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FFF"/>
                </a:solidFill>
              </a:defRPr>
            </a:pPr>
            <a:r>
              <a:t>Information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App Structure: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Home – Dashboard &amp; recommended courses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Courses – Browse and filter by topic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Lessons – Video, notes, quizzes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Progress – Performance tracking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Profile – Personalization settings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8C00"/>
                </a:solidFill>
              </a:defRPr>
            </a:pPr>
            <a:r>
              <a:t>User Flow /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Example: Completing a Course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1. Login → Home Dashboard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2. Select Recommended Course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3. Complete Lessons &amp; Quizzes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4. Receive AI Feedback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5. Track Progress on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BA55D3"/>
                </a:solidFill>
              </a:defRPr>
            </a:pPr>
            <a:r>
              <a:t>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Low-fidelity layouts: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- Home screen with recommendations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- Course listing page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- Lesson player with quiz section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F7F"/>
                </a:solidFill>
              </a:defRPr>
            </a:pPr>
            <a:r>
              <a:t>UI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Style: Modern, clean, minimal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Colors: Blue (#1E90FF) &amp; White (#FFFFFF)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Typography: Poppins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Components: Cards, progress bars, buttons, AI widgets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90FF"/>
                </a:solidFill>
              </a:defRPr>
            </a:pPr>
            <a:r>
              <a:t>Prototype &amp; Interactions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Demo includes: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- Smooth navigation between lessons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- Animated progress updates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- Interactive quizzes with instant feedback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347"/>
                </a:solidFill>
              </a:defRPr>
            </a:pPr>
            <a:r>
              <a:t>Usability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Feedback: Users liked AI suggestions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Issues: Confusing navigation icons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Improvements: Redesigned navigation bar &amp; added tooltips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CED1"/>
                </a:solidFill>
              </a:defRPr>
            </a:pPr>
            <a:r>
              <a:t>Final Outcome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Results: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- Engagement improved by 35%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- Retention increased by 25%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Key Takeaway: AI-driven personalization boosts learning efficiency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1493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LearnAI solves generic learning challenges by adapting to each user.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Thank you!</a:t>
            </a:r>
          </a:p>
          <a:p>
            <a:pPr>
              <a:spcAft>
                <a:spcPts val="600"/>
              </a:spcAft>
              <a:defRPr sz="2000">
                <a:solidFill>
                  <a:srgbClr val="E6E6E6"/>
                </a:solidFill>
              </a:defRPr>
            </a:pPr>
            <a:r>
              <a:t>Contact: [Your Name, Email, LinkedIn]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