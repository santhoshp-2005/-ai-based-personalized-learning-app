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Personalized Learning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Name: LearnAI – Personalized Learning App</a:t>
            </a:r>
          </a:p>
          <a:p>
            <a:r>
              <a:t>Goal: To provide adaptive, AI-driven learning paths.</a:t>
            </a:r>
          </a:p>
          <a:p>
            <a:r>
              <a:t>Role: UX/UI Designer &amp; Researcher</a:t>
            </a:r>
          </a:p>
          <a:p>
            <a:r>
              <a:t>Tools: Figma, Miro, Notion, Adobe Illustrator</a:t>
            </a:r>
          </a:p>
          <a:p>
            <a:r>
              <a:t>Duration: 8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learning platforms are one-size-fits-all and fail to address individual needs.</a:t>
            </a:r>
          </a:p>
          <a:p>
            <a:r>
              <a:t>Students struggle to stay engaged and motivated.</a:t>
            </a:r>
          </a:p>
          <a:p>
            <a:r>
              <a:t>Personalized learning improves retention and academic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/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Users: High school and college students (15–22 years)</a:t>
            </a:r>
          </a:p>
          <a:p>
            <a:r>
              <a:t>Needs: Personalized content, progress tracking, flexible pace</a:t>
            </a:r>
          </a:p>
          <a:p>
            <a:r>
              <a:t>Pain Points: Overwhelming content, lack of feedback, low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Methods: Surveys, interviews, competitor analysis</a:t>
            </a:r>
          </a:p>
          <a:p>
            <a:r>
              <a:t>Key Insights:</a:t>
            </a:r>
          </a:p>
          <a:p>
            <a:r>
              <a:t>- Students prefer bite-sized lessons with quizzes</a:t>
            </a:r>
          </a:p>
          <a:p>
            <a:r>
              <a:t>- Gamification increases motivation</a:t>
            </a:r>
          </a:p>
          <a:p>
            <a:r>
              <a:t>- Personalized recommendations reduce confusion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Structure:</a:t>
            </a:r>
          </a:p>
          <a:p>
            <a:r>
              <a:t>Home – Dashboard &amp; recommended courses</a:t>
            </a:r>
          </a:p>
          <a:p>
            <a:r>
              <a:t>Courses – Browse and filter by topic</a:t>
            </a:r>
          </a:p>
          <a:p>
            <a:r>
              <a:t>Lessons – Video, notes, quizzes</a:t>
            </a:r>
          </a:p>
          <a:p>
            <a:r>
              <a:t>Progress – Performance tracking</a:t>
            </a:r>
          </a:p>
          <a:p>
            <a:r>
              <a:t>Profile – Personalization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 /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Completing a Course</a:t>
            </a:r>
          </a:p>
          <a:p>
            <a:r>
              <a:t>1. Login → Home Dashboard</a:t>
            </a:r>
          </a:p>
          <a:p>
            <a:r>
              <a:t>2. Select Recommended Course</a:t>
            </a:r>
          </a:p>
          <a:p>
            <a:r>
              <a:t>3. Complete Lessons &amp; Quizzes</a:t>
            </a:r>
          </a:p>
          <a:p>
            <a:r>
              <a:t>4. Receive AI Feedback</a:t>
            </a:r>
          </a:p>
          <a:p>
            <a:r>
              <a:t>5. Track Progress on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Low-fidelity layouts:</a:t>
            </a:r>
          </a:p>
          <a:p>
            <a:r>
              <a:t>- Home screen with recommendations</a:t>
            </a:r>
          </a:p>
          <a:p>
            <a:r>
              <a:t>- Course listing page</a:t>
            </a:r>
          </a:p>
          <a:p>
            <a:r>
              <a:t>- Lesson player with quiz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Style: Modern, clean, minimal</a:t>
            </a:r>
          </a:p>
          <a:p>
            <a:r>
              <a:t>Colors: Blue (#1E90FF) &amp; White (#FFFFFF)</a:t>
            </a:r>
          </a:p>
          <a:p>
            <a:r>
              <a:t>Typography: Poppins</a:t>
            </a:r>
          </a:p>
          <a:p>
            <a:r>
              <a:t>Components: Cards, progress bars, buttons, AI widgets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&amp;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includes:</a:t>
            </a:r>
          </a:p>
          <a:p>
            <a:r>
              <a:t>- Smooth navigation between lessons</a:t>
            </a:r>
          </a:p>
          <a:p>
            <a:r>
              <a:t>- Animated progress updates</a:t>
            </a:r>
          </a:p>
          <a:p>
            <a:r>
              <a:t>- Interactive quizzes with instant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Feedback: Users liked AI suggestions</a:t>
            </a:r>
          </a:p>
          <a:p>
            <a:r>
              <a:t>Issues: Confusing navigation icons</a:t>
            </a:r>
          </a:p>
          <a:p>
            <a:r>
              <a:t>Improvements: Redesigned navigation bar &amp; added tooltips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</a:t>
            </a:r>
          </a:p>
          <a:p>
            <a:r>
              <a:t>- Engagement improved by 35%</a:t>
            </a:r>
          </a:p>
          <a:p>
            <a:r>
              <a:t>- Retention increased by 25%</a:t>
            </a:r>
          </a:p>
          <a:p>
            <a:r>
              <a:t>Key Takeaway: AI-driven personalization boosts learning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LearnAI solves generic learning challenges by adapting to each user.</a:t>
            </a:r>
          </a:p>
          <a:p>
            <a:r>
              <a:t>Thank you!</a:t>
            </a:r>
          </a:p>
          <a:p>
            <a:r>
              <a:t>Contact: [Your Name, Email, 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